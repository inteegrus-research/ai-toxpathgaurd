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 showGuides="1">
      <p:cViewPr>
        <p:scale>
          <a:sx n="50" d="100"/>
          <a:sy n="50" d="100"/>
        </p:scale>
        <p:origin x="1212" y="22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0BD4D9-5BCF-3EDB-1670-ECEC5775691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FC32695-C8B1-D184-57C4-457055E000F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1BEABB7-F825-30B1-B56B-AC741ABE2A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903AC1-6C9F-486D-B7F7-976A781718BD}" type="datetimeFigureOut">
              <a:rPr lang="en-IN" smtClean="0"/>
              <a:t>30-03-2026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DB2A14-BB17-7C56-1BEC-70C86F8029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F7B7E7-065C-376C-56BC-6AC05C33EF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78A560-B80D-4FB6-8BA8-E97138F00CF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424785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428F32-2163-8154-CE6B-D6DB75833C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71F631-753D-CDCF-EC0A-9404D54421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6F33E7-BEA0-CCB7-67BC-46E7FA4415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903AC1-6C9F-486D-B7F7-976A781718BD}" type="datetimeFigureOut">
              <a:rPr lang="en-IN" smtClean="0"/>
              <a:t>30-03-2026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7172D07-068D-0829-2DDE-88C25052F1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9E044A-7066-A7A5-B77C-F87CF52950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78A560-B80D-4FB6-8BA8-E97138F00CF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921841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7E6A4B-8B8D-393C-6091-BCAE0AFED1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E89CB22-066A-7529-66AE-6DAB9EF6E48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435BC4-DF86-1643-DD79-9687118870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903AC1-6C9F-486D-B7F7-976A781718BD}" type="datetimeFigureOut">
              <a:rPr lang="en-IN" smtClean="0"/>
              <a:t>30-03-2026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2518B1-842E-E1C5-B5A1-530FAC9027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6CA79C-E09D-9FB3-9D11-014E79A46E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78A560-B80D-4FB6-8BA8-E97138F00CF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130659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86C88F-8F89-CAE2-05C4-6AD39A87A3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B005C3-9857-4BC3-7FB0-DE5416236FD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D67625F-7956-FBBA-E626-6ABF6DD5D9B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B0072AD-DACC-25FE-6C58-069AE97294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903AC1-6C9F-486D-B7F7-976A781718BD}" type="datetimeFigureOut">
              <a:rPr lang="en-IN" smtClean="0"/>
              <a:t>30-03-2026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F87A486-AB78-2E94-99C1-367917F0BD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E13BB26-D332-6AA4-F629-4C964C0E81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78A560-B80D-4FB6-8BA8-E97138F00CF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818711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08F079-3C9D-464D-8D19-C72C5D772E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74EACAF-8E62-D6C0-3229-A3C38D6B9EA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C033322-CC12-17E4-ADFA-3B01194777E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75EF953-EC26-EE07-C99F-97035EB3E90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A6B53B1-0463-1998-76FE-9401C026ED7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2D586EC-2266-D9B7-1D56-4030854E56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903AC1-6C9F-486D-B7F7-976A781718BD}" type="datetimeFigureOut">
              <a:rPr lang="en-IN" smtClean="0"/>
              <a:t>30-03-2026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5F5192F-C6CA-8A07-EE85-E7B92E3827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BF6298C-313E-F7F6-3891-88383DFB90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78A560-B80D-4FB6-8BA8-E97138F00CF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287561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C5F69B-A19A-D415-B3A9-3FF5F60990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F39938F-4927-6877-EC36-994DBE86A8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903AC1-6C9F-486D-B7F7-976A781718BD}" type="datetimeFigureOut">
              <a:rPr lang="en-IN" smtClean="0"/>
              <a:t>30-03-2026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63CD104-9F94-AB0B-0DF1-AC6C93BE70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F796B7C-4D82-693A-9CAB-4B13338AA1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78A560-B80D-4FB6-8BA8-E97138F00CF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915637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F5B3331-3015-BDE6-5B6F-B6F1EA2819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903AC1-6C9F-486D-B7F7-976A781718BD}" type="datetimeFigureOut">
              <a:rPr lang="en-IN" smtClean="0"/>
              <a:t>30-03-2026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E6AF280-8F94-0BCB-3101-0373D778A7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620C142-74CB-0B73-398B-203B70C34B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78A560-B80D-4FB6-8BA8-E97138F00CF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004872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663D63-433C-0CAA-6819-D36C945532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892B64-3256-CB52-E943-FEE70EF2D8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86D0A85-7F98-B4BE-6DF0-9D377E3F38C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74600C9-CF8A-B0E4-A7D0-3305AAA276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903AC1-6C9F-486D-B7F7-976A781718BD}" type="datetimeFigureOut">
              <a:rPr lang="en-IN" smtClean="0"/>
              <a:t>30-03-2026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0C07FA0-5C66-CB0A-4FF1-4C68EA300C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A6BFCC2-0EBE-CD25-3B42-FEB236AF35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78A560-B80D-4FB6-8BA8-E97138F00CF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406300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F8ED08-7D37-AC8A-597B-0D62013A91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7C2E7E7-05E1-A799-08A4-AE3A689FD68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53A874E-8CBD-05F0-1DB9-72A0F2389E0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C61CB7A-052F-5920-248D-3A8B3FA270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903AC1-6C9F-486D-B7F7-976A781718BD}" type="datetimeFigureOut">
              <a:rPr lang="en-IN" smtClean="0"/>
              <a:t>30-03-2026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4A76C72-6E11-913E-CC84-23B91BCA69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3D56F0C-F854-7549-48C5-3E8EFC4B20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78A560-B80D-4FB6-8BA8-E97138F00CF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395824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6EF89E-5FA4-9BFF-BA5C-2FB728AA6E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54E64CB-C186-1C70-86F0-09E89E4E1EB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9B9F5A2-8ACD-2B7E-2613-91777787DF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903AC1-6C9F-486D-B7F7-976A781718BD}" type="datetimeFigureOut">
              <a:rPr lang="en-IN" smtClean="0"/>
              <a:t>30-03-2026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E9BDDF-D550-1B80-4534-CFC5B8D680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F79822-3985-77C4-A8B9-A2AE7A4599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78A560-B80D-4FB6-8BA8-E97138F00CF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519817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0F853BA-9605-7FE7-AB9B-688F384A09C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5B6F7D1-0C3E-581E-E4E7-098793C7EF2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3E7B43-4D1A-7F4C-993A-FC45B7F290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903AC1-6C9F-486D-B7F7-976A781718BD}" type="datetimeFigureOut">
              <a:rPr lang="en-IN" smtClean="0"/>
              <a:t>30-03-2026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AC154D-C992-E550-E35F-150AC6D4C0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8312F5-D9FE-4C52-172D-90F78FC7AB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78A560-B80D-4FB6-8BA8-E97138F00CF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841116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02163C0-D40B-135B-3492-1B6E99527A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E23AF28-07C3-3C6F-821A-33572BA30F5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1CA7DE-9681-2F92-DE57-15877A9BA14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E903AC1-6C9F-486D-B7F7-976A781718BD}" type="datetimeFigureOut">
              <a:rPr lang="en-IN" smtClean="0"/>
              <a:t>30-03-2026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2804AF-8DF6-BE9F-BB52-A3F6684C617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233935-06DE-C734-A837-226AB8E20DF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A78A560-B80D-4FB6-8BA8-E97138F00CF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050234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youtu.be/j7o_EmAXP8g" TargetMode="Externa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6E5C0D93-E60F-D27F-C7FC-9A390DB858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80B4EEE7-297E-6455-D7CF-D20F2EB529D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63423" y="5273663"/>
            <a:ext cx="5503632" cy="238138"/>
          </a:xfrm>
          <a:prstGeom prst="rect">
            <a:avLst/>
          </a:prstGeom>
        </p:spPr>
      </p:pic>
      <p:sp>
        <p:nvSpPr>
          <p:cNvPr id="27" name="Text 6">
            <a:extLst>
              <a:ext uri="{FF2B5EF4-FFF2-40B4-BE49-F238E27FC236}">
                <a16:creationId xmlns:a16="http://schemas.microsoft.com/office/drawing/2014/main" id="{E5AD1DAD-0026-42BE-2B3F-B69C775243E4}"/>
              </a:ext>
            </a:extLst>
          </p:cNvPr>
          <p:cNvSpPr/>
          <p:nvPr/>
        </p:nvSpPr>
        <p:spPr>
          <a:xfrm>
            <a:off x="1492687" y="5283201"/>
            <a:ext cx="6025713" cy="368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b="1" dirty="0">
                <a:solidFill>
                  <a:srgbClr val="000000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🎬</a:t>
            </a:r>
            <a:r>
              <a:rPr lang="en-US" dirty="0">
                <a:solidFill>
                  <a:srgbClr val="FFFF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 Demo Watch on YouTube — </a:t>
            </a:r>
            <a:r>
              <a:rPr lang="en-US" dirty="0">
                <a:solidFill>
                  <a:srgbClr val="FFFFFF"/>
                </a:solidFill>
                <a:latin typeface="Arimo" pitchFamily="34" charset="0"/>
                <a:ea typeface="Arimo" pitchFamily="34" charset="-122"/>
                <a:cs typeface="Arimo" pitchFamily="34" charset="-120"/>
                <a:hlinkClick r:id="rId4"/>
              </a:rPr>
              <a:t>click here</a:t>
            </a:r>
            <a:r>
              <a:rPr lang="en-US" dirty="0">
                <a:solidFill>
                  <a:srgbClr val="FFFF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 or scan QR →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7206639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F744B9A-1CF4-26FA-C06D-A762D655FA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06245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2ABE7DB-5467-AA5B-FA3C-A4B68F78D0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512789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9E5866E-EE14-3066-E328-D254794D00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611428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3C799C-4C89-2C2F-83FC-4C9A81C097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6C6557C-26E7-3471-2DCB-5BFE8A6C5B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509145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0FA2A7-35B9-5D25-C47E-76B9E34C11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E6377D5-51A3-1C25-96FC-92E570D2D5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351466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DC1D9A-26AB-151D-3480-57C3202D57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FCE677F-A218-6989-14E1-A6CC2BBB4C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215499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A128F7-B24C-77F7-1DE2-6871BA02F3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7C86A46-3787-53CA-1514-1EA7901A9D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533760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977426-B546-86AA-0025-52E0BF018F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DA8048F-5C1D-172A-D45E-0EBE888225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967536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B78B7D-A741-CE9A-6348-16CD03EFA1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F6EBFA8-6767-44AB-D6CA-7F20886BE3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518133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</Words>
  <Application>Microsoft Office PowerPoint</Application>
  <PresentationFormat>Widescreen</PresentationFormat>
  <Paragraphs>1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Arimo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Keerthi Kumar K J</dc:creator>
  <cp:lastModifiedBy>Keerthi Kumar K J</cp:lastModifiedBy>
  <cp:revision>1</cp:revision>
  <dcterms:created xsi:type="dcterms:W3CDTF">2026-03-30T03:24:08Z</dcterms:created>
  <dcterms:modified xsi:type="dcterms:W3CDTF">2026-03-30T03:24:28Z</dcterms:modified>
</cp:coreProperties>
</file>